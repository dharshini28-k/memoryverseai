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3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13.png"/><Relationship Id="rId7" Type="http://schemas.openxmlformats.org/officeDocument/2006/relationships/image" Target="../media/image11.png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5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14.png"/><Relationship Id="rId7" Type="http://schemas.openxmlformats.org/officeDocument/2006/relationships/image" Target="../media/image30.png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6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6.png"/><Relationship Id="rId1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/home/claude/signbridge/icons/signla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987" y="993267"/>
            <a:ext cx="528066" cy="528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SignBridge 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FBF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Indian Sign Language Translation System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B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Dharshini K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601675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B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36655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signbridge/icons/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23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5564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14400" y="2569464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8" name="Text 5"/>
          <p:cNvSpPr/>
          <p:nvPr/>
        </p:nvSpPr>
        <p:spPr>
          <a:xfrm>
            <a:off x="1234440" y="2404872"/>
            <a:ext cx="4343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barrier between hearing-impaired individuals and the general public.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14400" y="3575304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0" name="Text 7"/>
          <p:cNvSpPr/>
          <p:nvPr/>
        </p:nvSpPr>
        <p:spPr>
          <a:xfrm>
            <a:off x="1234440" y="3410712"/>
            <a:ext cx="4343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Lack of real-time Indian Sign Language translation systems.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14400" y="4581144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2" name="Text 9"/>
          <p:cNvSpPr/>
          <p:nvPr/>
        </p:nvSpPr>
        <p:spPr>
          <a:xfrm>
            <a:off x="1234440" y="4416552"/>
            <a:ext cx="4343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systems are expensive and hardware-dependent.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263640" y="1371600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effectLst>
            <a:outerShdw blurRad="101600" dist="25400" dir="5400000" algn="bl" rotWithShape="0">
              <a:srgbClr val="336655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1691640"/>
            <a:ext cx="566928" cy="566928"/>
          </a:xfrm>
          <a:prstGeom prst="ellipse">
            <a:avLst/>
          </a:prstGeom>
          <a:solidFill>
            <a:srgbClr val="5FBFB3"/>
          </a:solidFill>
        </p:spPr>
      </p:sp>
      <p:pic>
        <p:nvPicPr>
          <p:cNvPr id="15" name="Image 1" descr="/home/claude/signbridge/icons/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39" y="181919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175564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6629400" y="2569464"/>
            <a:ext cx="109728" cy="109728"/>
          </a:xfrm>
          <a:prstGeom prst="ellipse">
            <a:avLst/>
          </a:prstGeom>
          <a:solidFill>
            <a:srgbClr val="5FBFB3"/>
          </a:solidFill>
        </p:spPr>
      </p:sp>
      <p:sp>
        <p:nvSpPr>
          <p:cNvPr id="18" name="Text 14"/>
          <p:cNvSpPr/>
          <p:nvPr/>
        </p:nvSpPr>
        <p:spPr>
          <a:xfrm>
            <a:off x="6949440" y="2404872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Recognize Indian Sign Language gestures.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6629400" y="3465576"/>
            <a:ext cx="109728" cy="109728"/>
          </a:xfrm>
          <a:prstGeom prst="ellipse">
            <a:avLst/>
          </a:prstGeom>
          <a:solidFill>
            <a:srgbClr val="5FBFB3"/>
          </a:solidFill>
        </p:spPr>
      </p:sp>
      <p:sp>
        <p:nvSpPr>
          <p:cNvPr id="20" name="Text 16"/>
          <p:cNvSpPr/>
          <p:nvPr/>
        </p:nvSpPr>
        <p:spPr>
          <a:xfrm>
            <a:off x="6949440" y="3300984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gestures into text and speech.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629400" y="4361688"/>
            <a:ext cx="109728" cy="109728"/>
          </a:xfrm>
          <a:prstGeom prst="ellipse">
            <a:avLst/>
          </a:prstGeom>
          <a:solidFill>
            <a:srgbClr val="5FBFB3"/>
          </a:solidFill>
        </p:spPr>
      </p:sp>
      <p:sp>
        <p:nvSpPr>
          <p:cNvPr id="22" name="Text 18"/>
          <p:cNvSpPr/>
          <p:nvPr/>
        </p:nvSpPr>
        <p:spPr>
          <a:xfrm>
            <a:off x="6949440" y="4197096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secure web-based application.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629400" y="5257800"/>
            <a:ext cx="109728" cy="109728"/>
          </a:xfrm>
          <a:prstGeom prst="ellipse">
            <a:avLst/>
          </a:prstGeom>
          <a:solidFill>
            <a:srgbClr val="5FBFB3"/>
          </a:solidFill>
        </p:spPr>
      </p:sp>
      <p:sp>
        <p:nvSpPr>
          <p:cNvPr id="24" name="Text 20"/>
          <p:cNvSpPr/>
          <p:nvPr/>
        </p:nvSpPr>
        <p:spPr>
          <a:xfrm>
            <a:off x="6949440" y="5093208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translation history.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 vs 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E7ECEE"/>
          </a:solidFill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5A6B78"/>
          </a:solidFill>
        </p:spPr>
      </p:sp>
      <p:pic>
        <p:nvPicPr>
          <p:cNvPr id="5" name="Image 0" descr="/home/claude/signbridge/icons/glo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8150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556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47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</a:t>
            </a:r>
            <a:endParaRPr lang="en-US" sz="1900" dirty="0"/>
          </a:p>
        </p:txBody>
      </p:sp>
      <p:pic>
        <p:nvPicPr>
          <p:cNvPr id="7" name="Image 1" descr="/home/claude/signbridge/icons/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459736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52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gloves required</a:t>
            </a:r>
            <a:endParaRPr lang="en-US" sz="1500" dirty="0"/>
          </a:p>
        </p:txBody>
      </p:sp>
      <p:pic>
        <p:nvPicPr>
          <p:cNvPr id="9" name="Image 2" descr="/home/claude/signbridge/icons/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2783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3172968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52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gesture recognition</a:t>
            </a:r>
            <a:endParaRPr lang="en-US" sz="1500" dirty="0"/>
          </a:p>
        </p:txBody>
      </p:sp>
      <p:pic>
        <p:nvPicPr>
          <p:cNvPr id="11" name="Image 3" descr="/home/claude/signbridge/icons/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4106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388620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52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cost</a:t>
            </a:r>
            <a:endParaRPr lang="en-US" sz="1500" dirty="0"/>
          </a:p>
        </p:txBody>
      </p:sp>
      <p:pic>
        <p:nvPicPr>
          <p:cNvPr id="13" name="Image 4" descr="/home/claude/signbridge/icons/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654296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1600" y="4599432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52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speech output</a:t>
            </a:r>
            <a:endParaRPr lang="en-US" sz="1500" dirty="0"/>
          </a:p>
        </p:txBody>
      </p:sp>
      <p:pic>
        <p:nvPicPr>
          <p:cNvPr id="15" name="Image 5" descr="/home/claude/signbridge/icons/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67528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71600" y="5312664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52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user authentication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6263640" y="1371600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effectLst>
            <a:outerShdw blurRad="127000" dist="38100" dir="5400000" algn="bl" rotWithShape="0">
              <a:srgbClr val="006633">
                <a:alpha val="25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6583680" y="1691640"/>
            <a:ext cx="548640" cy="548640"/>
          </a:xfrm>
          <a:prstGeom prst="ellipse">
            <a:avLst/>
          </a:prstGeom>
          <a:solidFill>
            <a:srgbClr val="5FBFB3"/>
          </a:solidFill>
        </p:spPr>
      </p:sp>
      <p:pic>
        <p:nvPicPr>
          <p:cNvPr id="19" name="Image 6" descr="/home/claude/signbridge/icons/web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1815084"/>
            <a:ext cx="301752" cy="30175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26948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</a:t>
            </a:r>
            <a:endParaRPr lang="en-US" sz="1900" dirty="0"/>
          </a:p>
        </p:txBody>
      </p:sp>
      <p:sp>
        <p:nvSpPr>
          <p:cNvPr id="21" name="Text 12"/>
          <p:cNvSpPr/>
          <p:nvPr/>
        </p:nvSpPr>
        <p:spPr>
          <a:xfrm>
            <a:off x="7269480" y="202996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250" dirty="0"/>
          </a:p>
        </p:txBody>
      </p:sp>
      <p:pic>
        <p:nvPicPr>
          <p:cNvPr id="22" name="Image 7" descr="/home/claude/signbridg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51460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86600" y="2459736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Webcam-based recognition</a:t>
            </a:r>
            <a:endParaRPr lang="en-US" sz="1500" dirty="0"/>
          </a:p>
        </p:txBody>
      </p:sp>
      <p:pic>
        <p:nvPicPr>
          <p:cNvPr id="24" name="Image 8" descr="/home/claude/signbridg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227832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86600" y="3172968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detection</a:t>
            </a:r>
            <a:endParaRPr lang="en-US" sz="1500" dirty="0"/>
          </a:p>
        </p:txBody>
      </p:sp>
      <p:pic>
        <p:nvPicPr>
          <p:cNvPr id="26" name="Image 9" descr="/home/claude/signbridg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941064"/>
            <a:ext cx="292608" cy="29260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86600" y="388620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text &amp; speech</a:t>
            </a:r>
            <a:endParaRPr lang="en-US" sz="1500" dirty="0"/>
          </a:p>
        </p:txBody>
      </p:sp>
      <p:pic>
        <p:nvPicPr>
          <p:cNvPr id="28" name="Image 10" descr="/home/claude/signbridg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654296"/>
            <a:ext cx="292608" cy="29260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086600" y="4599432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history</a:t>
            </a:r>
            <a:endParaRPr lang="en-US" sz="1500" dirty="0"/>
          </a:p>
        </p:txBody>
      </p:sp>
      <p:pic>
        <p:nvPicPr>
          <p:cNvPr id="30" name="Image 11" descr="/home/claude/signbridg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367528"/>
            <a:ext cx="292608" cy="29260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086600" y="5312664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login</a:t>
            </a:r>
            <a:endParaRPr lang="en-US" sz="1500" dirty="0"/>
          </a:p>
        </p:txBody>
      </p:sp>
      <p:sp>
        <p:nvSpPr>
          <p:cNvPr id="32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33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4" name="Image 0" descr="/home/claude/signbridge/icons/us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889504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050" dirty="0"/>
          </a:p>
        </p:txBody>
      </p:sp>
      <p:pic>
        <p:nvPicPr>
          <p:cNvPr id="6" name="Image 1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31" y="3241548"/>
            <a:ext cx="237744" cy="2377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82358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8" name="Image 2" descr="/home/claude/signbridge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550" y="2889504"/>
            <a:ext cx="512064" cy="512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45198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Webcam</a:t>
            </a:r>
            <a:endParaRPr lang="en-US" sz="1050" dirty="0"/>
          </a:p>
        </p:txBody>
      </p:sp>
      <p:pic>
        <p:nvPicPr>
          <p:cNvPr id="10" name="Image 3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289" y="3241548"/>
            <a:ext cx="237744" cy="2377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307515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12" name="Image 4" descr="/home/claude/signbridge/icons/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707" y="2889504"/>
            <a:ext cx="512064" cy="51206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170355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</a:t>
            </a:r>
            <a:endParaRPr lang="en-US" sz="1050" dirty="0"/>
          </a:p>
        </p:txBody>
      </p:sp>
      <p:pic>
        <p:nvPicPr>
          <p:cNvPr id="14" name="Image 5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446" y="3241548"/>
            <a:ext cx="237744" cy="237744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732673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16" name="Image 6" descr="/home/claude/signbridge/icons/ges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865" y="2889504"/>
            <a:ext cx="512064" cy="51206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595513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MediaPipe</a:t>
            </a:r>
            <a:endParaRPr lang="en-US" sz="1050" dirty="0"/>
          </a:p>
        </p:txBody>
      </p:sp>
      <p:pic>
        <p:nvPicPr>
          <p:cNvPr id="18" name="Image 7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604" y="3241548"/>
            <a:ext cx="237744" cy="237744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6157831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20" name="Image 8" descr="/home/claude/signbridge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023" y="2889504"/>
            <a:ext cx="512064" cy="51206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020671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Model</a:t>
            </a:r>
            <a:endParaRPr lang="en-US" sz="1050" dirty="0"/>
          </a:p>
        </p:txBody>
      </p:sp>
      <p:pic>
        <p:nvPicPr>
          <p:cNvPr id="22" name="Image 9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762" y="3241548"/>
            <a:ext cx="237744" cy="237744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7582989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24" name="Image 10" descr="/home/claude/signbridge/icons/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6181" y="2889504"/>
            <a:ext cx="512064" cy="51206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7445829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Gesture Prediction</a:t>
            </a:r>
            <a:endParaRPr lang="en-US" sz="1050" dirty="0"/>
          </a:p>
        </p:txBody>
      </p:sp>
      <p:pic>
        <p:nvPicPr>
          <p:cNvPr id="26" name="Image 11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919" y="3241548"/>
            <a:ext cx="237744" cy="237744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9008146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28" name="Image 12" descr="/home/claude/signbridge/icons/spee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38" y="2889504"/>
            <a:ext cx="512064" cy="512064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8870986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+ Speech</a:t>
            </a:r>
            <a:endParaRPr lang="en-US" sz="1050" dirty="0"/>
          </a:p>
        </p:txBody>
      </p:sp>
      <p:pic>
        <p:nvPicPr>
          <p:cNvPr id="30" name="Image 13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077" y="3241548"/>
            <a:ext cx="237744" cy="237744"/>
          </a:xfrm>
          <a:prstGeom prst="rect">
            <a:avLst/>
          </a:prstGeom>
        </p:spPr>
      </p:pic>
      <p:sp>
        <p:nvSpPr>
          <p:cNvPr id="31" name="Shape 15"/>
          <p:cNvSpPr/>
          <p:nvPr/>
        </p:nvSpPr>
        <p:spPr>
          <a:xfrm>
            <a:off x="10433304" y="2743200"/>
            <a:ext cx="1298448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pic>
        <p:nvPicPr>
          <p:cNvPr id="32" name="Image 14" descr="/home/claude/signbridge/icons/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6496" y="2889504"/>
            <a:ext cx="512064" cy="512064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10296144" y="345643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Database</a:t>
            </a:r>
            <a:endParaRPr lang="en-US" sz="1050" dirty="0"/>
          </a:p>
        </p:txBody>
      </p:sp>
      <p:sp>
        <p:nvSpPr>
          <p:cNvPr id="34" name="Text 17"/>
          <p:cNvSpPr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captured by the webcam is processed through OpenCV and MediaPipe for hand-landmark detection, then classified by the ML model to produce text and speech output, with results logged to MySQL.</a:t>
            </a:r>
            <a:endParaRPr lang="en-US" sz="1400" dirty="0"/>
          </a:p>
        </p:txBody>
      </p:sp>
      <p:sp>
        <p:nvSpPr>
          <p:cNvPr id="35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3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4709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065A82"/>
          </a:solidFill>
        </p:spPr>
      </p:sp>
      <p:sp>
        <p:nvSpPr>
          <p:cNvPr id="5" name="Shape 3"/>
          <p:cNvSpPr/>
          <p:nvPr/>
        </p:nvSpPr>
        <p:spPr>
          <a:xfrm>
            <a:off x="548640" y="1783080"/>
            <a:ext cx="2606040" cy="3657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685800" y="13716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</a:t>
            </a:r>
            <a:endParaRPr lang="en-US" sz="1500" dirty="0"/>
          </a:p>
        </p:txBody>
      </p:sp>
      <p:pic>
        <p:nvPicPr>
          <p:cNvPr id="7" name="Image 0" descr="/home/claude/signbridge/icons/htm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231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39572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</a:t>
            </a:r>
            <a:endParaRPr lang="en-US" sz="1250" dirty="0"/>
          </a:p>
        </p:txBody>
      </p:sp>
      <p:pic>
        <p:nvPicPr>
          <p:cNvPr id="9" name="Image 1" descr="/home/claude/signbridge/icons/c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8152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054096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</a:t>
            </a:r>
            <a:endParaRPr lang="en-US" sz="1250" dirty="0"/>
          </a:p>
        </p:txBody>
      </p:sp>
      <p:pic>
        <p:nvPicPr>
          <p:cNvPr id="11" name="Image 2" descr="/home/claude/signbridge/icons/j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398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712464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410712" y="1371600"/>
            <a:ext cx="2606040" cy="4709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410712" y="13716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</p:spPr>
      </p:sp>
      <p:sp>
        <p:nvSpPr>
          <p:cNvPr id="15" name="Shape 10"/>
          <p:cNvSpPr/>
          <p:nvPr/>
        </p:nvSpPr>
        <p:spPr>
          <a:xfrm>
            <a:off x="3410712" y="1783080"/>
            <a:ext cx="2606040" cy="36576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6" name="Text 11"/>
          <p:cNvSpPr/>
          <p:nvPr/>
        </p:nvSpPr>
        <p:spPr>
          <a:xfrm>
            <a:off x="3547872" y="13716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  <a:endParaRPr lang="en-US" sz="1500" dirty="0"/>
          </a:p>
        </p:txBody>
      </p:sp>
      <p:pic>
        <p:nvPicPr>
          <p:cNvPr id="17" name="Image 3" descr="/home/claude/signbridge/icons/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4231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23944" y="239572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250" dirty="0"/>
          </a:p>
        </p:txBody>
      </p:sp>
      <p:pic>
        <p:nvPicPr>
          <p:cNvPr id="19" name="Image 4" descr="/home/claude/signbridge/icons/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81528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23944" y="3054096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(Web Framework)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272784" y="1371600"/>
            <a:ext cx="2606040" cy="4709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272784" y="13716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065A82"/>
          </a:solidFill>
        </p:spPr>
      </p:sp>
      <p:sp>
        <p:nvSpPr>
          <p:cNvPr id="23" name="Shape 16"/>
          <p:cNvSpPr/>
          <p:nvPr/>
        </p:nvSpPr>
        <p:spPr>
          <a:xfrm>
            <a:off x="6272784" y="1783080"/>
            <a:ext cx="2606040" cy="3657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4" name="Text 17"/>
          <p:cNvSpPr/>
          <p:nvPr/>
        </p:nvSpPr>
        <p:spPr>
          <a:xfrm>
            <a:off x="6409944" y="13716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&amp; Computer Vision</a:t>
            </a:r>
            <a:endParaRPr lang="en-US" sz="1500" dirty="0"/>
          </a:p>
        </p:txBody>
      </p:sp>
      <p:pic>
        <p:nvPicPr>
          <p:cNvPr id="25" name="Image 5" descr="/home/claude/signbridge/icons/ges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42316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86016" y="239572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MediaPipe</a:t>
            </a:r>
            <a:endParaRPr lang="en-US" sz="1250" dirty="0"/>
          </a:p>
        </p:txBody>
      </p:sp>
      <p:pic>
        <p:nvPicPr>
          <p:cNvPr id="27" name="Image 6" descr="/home/claude/signbridge/icons/c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081528"/>
            <a:ext cx="384048" cy="38404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86016" y="3054096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</a:t>
            </a:r>
            <a:endParaRPr lang="en-US" sz="1250" dirty="0"/>
          </a:p>
        </p:txBody>
      </p:sp>
      <p:pic>
        <p:nvPicPr>
          <p:cNvPr id="29" name="Image 7" descr="/home/claude/signbridge/icons/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3739896"/>
            <a:ext cx="384048" cy="38404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86016" y="3712464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</a:t>
            </a:r>
            <a:endParaRPr lang="en-US" sz="1250" dirty="0"/>
          </a:p>
        </p:txBody>
      </p:sp>
      <p:pic>
        <p:nvPicPr>
          <p:cNvPr id="31" name="Image 8" descr="/home/claude/signbridge/icons/nump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4398264"/>
            <a:ext cx="384048" cy="38404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86016" y="4370832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9134856" y="1371600"/>
            <a:ext cx="2606040" cy="4709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36655">
                <a:alpha val="15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9134856" y="13716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</p:spPr>
      </p:sp>
      <p:sp>
        <p:nvSpPr>
          <p:cNvPr id="35" name="Shape 24"/>
          <p:cNvSpPr/>
          <p:nvPr/>
        </p:nvSpPr>
        <p:spPr>
          <a:xfrm>
            <a:off x="9134856" y="1783080"/>
            <a:ext cx="2606040" cy="36576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6" name="Text 25"/>
          <p:cNvSpPr/>
          <p:nvPr/>
        </p:nvSpPr>
        <p:spPr>
          <a:xfrm>
            <a:off x="9272016" y="13716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</a:t>
            </a:r>
            <a:endParaRPr lang="en-US" sz="1500" dirty="0"/>
          </a:p>
        </p:txBody>
      </p:sp>
      <p:pic>
        <p:nvPicPr>
          <p:cNvPr id="37" name="Image 9" descr="/home/claude/signbridge/icons/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6024" y="2423160"/>
            <a:ext cx="384048" cy="38404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848088" y="239572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250" dirty="0"/>
          </a:p>
        </p:txBody>
      </p:sp>
      <p:sp>
        <p:nvSpPr>
          <p:cNvPr id="3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pages and features of the SignBridge AI web application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7452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signbridge/icons/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" y="20688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55448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0288" y="187452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signbridge/icons/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598" y="20688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55448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83880" y="155448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85048" y="187452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4" name="Image 2" descr="/home/claude/signbridge/icons/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358" y="206883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0" y="155448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Registration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94360" y="322783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5528" y="3547872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signbridge/icons/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38" y="3742182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3227832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89120" y="322783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90288" y="3547872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2" name="Image 4" descr="/home/claude/signbridge/icons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598" y="3742182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3227832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183880" y="322783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85048" y="3547872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5" descr="/home/claude/signbridge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358" y="3742182"/>
            <a:ext cx="388620" cy="3886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326880" y="3227832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Camera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594360" y="4901184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95528" y="5221224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0" name="Image 6" descr="/home/claude/signbridge/icons/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38" y="5415534"/>
            <a:ext cx="388620" cy="3886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737360" y="4901184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History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4389120" y="4901184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590288" y="5221224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4" name="Image 7" descr="/home/claude/signbridge/icons/pro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598" y="5415534"/>
            <a:ext cx="388620" cy="3886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532120" y="4901184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8183880" y="4901184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385048" y="5221224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8" name="Image 8" descr="/home/claude/signbridge/icons/logou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9358" y="5415534"/>
            <a:ext cx="388620" cy="3886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326880" y="4901184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Logout</a:t>
            </a:r>
            <a:endParaRPr lang="en-US" sz="16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1C7293">
              <a:alpha val="3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5" name="Text 3"/>
          <p:cNvSpPr/>
          <p:nvPr/>
        </p:nvSpPr>
        <p:spPr>
          <a:xfrm>
            <a:off x="822960" y="1527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54480" y="173736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signbridge/icons/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0" y="19316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269748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350" dirty="0"/>
          </a:p>
        </p:txBody>
      </p:sp>
      <p:pic>
        <p:nvPicPr>
          <p:cNvPr id="9" name="Image 1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239115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20440" y="141732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11" name="Text 7"/>
          <p:cNvSpPr/>
          <p:nvPr/>
        </p:nvSpPr>
        <p:spPr>
          <a:xfrm>
            <a:off x="3657600" y="1527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89120" y="173736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2" descr="/home/claude/signbridge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30" y="193167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30168" y="269748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Camera</a:t>
            </a:r>
            <a:endParaRPr lang="en-US" sz="1350" dirty="0"/>
          </a:p>
        </p:txBody>
      </p:sp>
      <p:pic>
        <p:nvPicPr>
          <p:cNvPr id="15" name="Image 3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39115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55080" y="141732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17" name="Text 11"/>
          <p:cNvSpPr/>
          <p:nvPr/>
        </p:nvSpPr>
        <p:spPr>
          <a:xfrm>
            <a:off x="6492240" y="1527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223760" y="173736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9" name="Image 4" descr="/home/claude/signbridge/icons/ges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70" y="1931670"/>
            <a:ext cx="388620" cy="3886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64808" y="269748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Hand Gesture</a:t>
            </a:r>
            <a:endParaRPr lang="en-US" sz="1350" dirty="0"/>
          </a:p>
        </p:txBody>
      </p:sp>
      <p:pic>
        <p:nvPicPr>
          <p:cNvPr id="21" name="Image 5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116" y="239115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89720" y="141732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23" name="Text 15"/>
          <p:cNvSpPr/>
          <p:nvPr/>
        </p:nvSpPr>
        <p:spPr>
          <a:xfrm>
            <a:off x="9326880" y="1527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10058400" y="173736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5" name="Image 6" descr="/home/claude/signbridge/icons/c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2710" y="1931670"/>
            <a:ext cx="388620" cy="3886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99448" y="269748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MediaPipe Detection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685800" y="40233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28" name="Text 19"/>
          <p:cNvSpPr/>
          <p:nvPr/>
        </p:nvSpPr>
        <p:spPr>
          <a:xfrm>
            <a:off x="822960" y="4133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1554480" y="434340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0" name="Image 7" descr="/home/claude/signbridge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8790" y="4537710"/>
            <a:ext cx="388620" cy="3886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95528" y="530352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Prediction</a:t>
            </a:r>
            <a:endParaRPr lang="en-US" sz="1350" dirty="0"/>
          </a:p>
        </p:txBody>
      </p:sp>
      <p:pic>
        <p:nvPicPr>
          <p:cNvPr id="32" name="Image 8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4997196"/>
            <a:ext cx="201168" cy="2011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3520440" y="40233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34" name="Text 23"/>
          <p:cNvSpPr/>
          <p:nvPr/>
        </p:nvSpPr>
        <p:spPr>
          <a:xfrm>
            <a:off x="3657600" y="4133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4389120" y="434340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6" name="Image 9" descr="/home/claude/signbridge/icons/tex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3430" y="4537710"/>
            <a:ext cx="388620" cy="38862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630168" y="530352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to Text</a:t>
            </a:r>
            <a:endParaRPr lang="en-US" sz="1350" dirty="0"/>
          </a:p>
        </p:txBody>
      </p:sp>
      <p:pic>
        <p:nvPicPr>
          <p:cNvPr id="38" name="Image 10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4997196"/>
            <a:ext cx="201168" cy="201168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6355080" y="40233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40" name="Text 27"/>
          <p:cNvSpPr/>
          <p:nvPr/>
        </p:nvSpPr>
        <p:spPr>
          <a:xfrm>
            <a:off x="6492240" y="4133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Shape 28"/>
          <p:cNvSpPr/>
          <p:nvPr/>
        </p:nvSpPr>
        <p:spPr>
          <a:xfrm>
            <a:off x="7223760" y="434340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2" name="Image 11" descr="/home/claude/signbridge/icons/spee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8070" y="4537710"/>
            <a:ext cx="388620" cy="38862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464808" y="530352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Speech</a:t>
            </a:r>
            <a:endParaRPr lang="en-US" sz="1350" dirty="0"/>
          </a:p>
        </p:txBody>
      </p:sp>
      <p:pic>
        <p:nvPicPr>
          <p:cNvPr id="44" name="Image 12" descr="/home/claude/signbridge/icons/arrow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116" y="4997196"/>
            <a:ext cx="201168" cy="201168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9189720" y="40233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2C3670"/>
          </a:solidFill>
        </p:spPr>
      </p:sp>
      <p:sp>
        <p:nvSpPr>
          <p:cNvPr id="46" name="Text 31"/>
          <p:cNvSpPr/>
          <p:nvPr/>
        </p:nvSpPr>
        <p:spPr>
          <a:xfrm>
            <a:off x="9326880" y="4133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Shape 32"/>
          <p:cNvSpPr/>
          <p:nvPr/>
        </p:nvSpPr>
        <p:spPr>
          <a:xfrm>
            <a:off x="10058400" y="434340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8" name="Image 13" descr="/home/claude/signbridge/icons/sa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2710" y="4537710"/>
            <a:ext cx="388620" cy="38862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9299448" y="5303520"/>
            <a:ext cx="229514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in Database</a:t>
            </a:r>
            <a:endParaRPr lang="en-US" sz="1350" dirty="0"/>
          </a:p>
        </p:txBody>
      </p:sp>
      <p:sp>
        <p:nvSpPr>
          <p:cNvPr id="50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B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51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&amp;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Screenshots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DCE6EA"/>
          </a:solidFill>
          <a:ln w="12700">
            <a:solidFill>
              <a:srgbClr val="B9CAD1"/>
            </a:solidFill>
            <a:prstDash val="dash"/>
          </a:ln>
        </p:spPr>
      </p:sp>
      <p:pic>
        <p:nvPicPr>
          <p:cNvPr id="5" name="Image 0" descr="/home/claude/signbridge/icons/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207568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34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Page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27832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DCE6EA"/>
          </a:solidFill>
          <a:ln w="12700">
            <a:solidFill>
              <a:srgbClr val="B9CAD1"/>
            </a:solidFill>
            <a:prstDash val="dash"/>
          </a:ln>
        </p:spPr>
      </p:sp>
      <p:pic>
        <p:nvPicPr>
          <p:cNvPr id="8" name="Image 1" descr="/home/claude/signbridge/icons/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676" y="2075688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9272" y="2834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4747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DCE6EA"/>
          </a:solidFill>
          <a:ln w="12700">
            <a:solidFill>
              <a:srgbClr val="B9CAD1"/>
            </a:solidFill>
            <a:prstDash val="dash"/>
          </a:ln>
        </p:spPr>
      </p:sp>
      <p:pic>
        <p:nvPicPr>
          <p:cNvPr id="11" name="Image 2" descr="/home/claude/signbridge/icons/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3858768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4617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227832" y="34747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DCE6EA"/>
          </a:solidFill>
          <a:ln w="12700">
            <a:solidFill>
              <a:srgbClr val="B9CAD1"/>
            </a:solidFill>
            <a:prstDash val="dash"/>
          </a:ln>
        </p:spPr>
      </p:sp>
      <p:pic>
        <p:nvPicPr>
          <p:cNvPr id="14" name="Image 3" descr="/home/claude/signbridge/icons/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676" y="3858768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319272" y="4617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Camera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52578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DCE6EA"/>
          </a:solidFill>
          <a:ln w="12700">
            <a:solidFill>
              <a:srgbClr val="B9CAD1"/>
            </a:solidFill>
            <a:prstDash val="dash"/>
          </a:ln>
        </p:spPr>
      </p:sp>
      <p:pic>
        <p:nvPicPr>
          <p:cNvPr id="17" name="Image 4" descr="/home/claude/signbridge/icons/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5641848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" y="64008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History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6446520" y="12344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6446520" y="178308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36655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647688" y="1956816"/>
            <a:ext cx="530352" cy="53035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2" name="Image 5" descr="/home/claude/signbridg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017" y="2076145"/>
            <a:ext cx="291694" cy="29169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60920" y="178308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gesture recognition</a:t>
            </a:r>
            <a:endParaRPr lang="en-US" sz="1550" dirty="0"/>
          </a:p>
        </p:txBody>
      </p:sp>
      <p:sp>
        <p:nvSpPr>
          <p:cNvPr id="24" name="Shape 16"/>
          <p:cNvSpPr/>
          <p:nvPr/>
        </p:nvSpPr>
        <p:spPr>
          <a:xfrm>
            <a:off x="6446520" y="283464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36655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647688" y="3008376"/>
            <a:ext cx="530352" cy="53035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6" name="Image 6" descr="/home/claude/signbridge/icons/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017" y="3127705"/>
            <a:ext cx="291694" cy="29169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60920" y="283464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text conversion</a:t>
            </a:r>
            <a:endParaRPr lang="en-US" sz="1550" dirty="0"/>
          </a:p>
        </p:txBody>
      </p:sp>
      <p:sp>
        <p:nvSpPr>
          <p:cNvPr id="28" name="Shape 19"/>
          <p:cNvSpPr/>
          <p:nvPr/>
        </p:nvSpPr>
        <p:spPr>
          <a:xfrm>
            <a:off x="6446520" y="388620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36655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6647688" y="4059936"/>
            <a:ext cx="530352" cy="53035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0" name="Image 7" descr="/home/claude/signbridge/icons/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017" y="4179265"/>
            <a:ext cx="291694" cy="29169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360920" y="388620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output</a:t>
            </a:r>
            <a:endParaRPr lang="en-US" sz="1550" dirty="0"/>
          </a:p>
        </p:txBody>
      </p:sp>
      <p:sp>
        <p:nvSpPr>
          <p:cNvPr id="32" name="Shape 22"/>
          <p:cNvSpPr/>
          <p:nvPr/>
        </p:nvSpPr>
        <p:spPr>
          <a:xfrm>
            <a:off x="6446520" y="493776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36655">
                <a:alpha val="12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647688" y="5111496"/>
            <a:ext cx="530352" cy="530352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4" name="Image 8" descr="/home/claude/signbridg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017" y="5230825"/>
            <a:ext cx="291694" cy="29169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360920" y="493776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history saved</a:t>
            </a:r>
            <a:endParaRPr lang="en-US" sz="1550" dirty="0"/>
          </a:p>
        </p:txBody>
      </p:sp>
      <p:sp>
        <p:nvSpPr>
          <p:cNvPr id="36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pic>
        <p:nvPicPr>
          <p:cNvPr id="38" name="Picture 37" descr="Screenshot 2026-07-16 184722"/>
          <p:cNvPicPr>
            <a:picLocks noChangeAspect="1"/>
          </p:cNvPicPr>
          <p:nvPr/>
        </p:nvPicPr>
        <p:blipFill>
          <a:blip r:embed="rId6"/>
          <a:srcRect l="4055" t="14249" r="5732" b="7482"/>
          <a:stretch>
            <a:fillRect/>
          </a:stretch>
        </p:blipFill>
        <p:spPr>
          <a:xfrm>
            <a:off x="548640" y="1706880"/>
            <a:ext cx="2494280" cy="1562735"/>
          </a:xfrm>
          <a:prstGeom prst="rect">
            <a:avLst/>
          </a:prstGeom>
        </p:spPr>
      </p:pic>
      <p:pic>
        <p:nvPicPr>
          <p:cNvPr id="39" name="Picture 38" descr="Screenshot 2026-07-12 200150"/>
          <p:cNvPicPr>
            <a:picLocks noChangeAspect="1"/>
          </p:cNvPicPr>
          <p:nvPr/>
        </p:nvPicPr>
        <p:blipFill>
          <a:blip r:embed="rId7"/>
          <a:srcRect l="36037" t="20835" r="30018" b="8735"/>
          <a:stretch>
            <a:fillRect/>
          </a:stretch>
        </p:blipFill>
        <p:spPr>
          <a:xfrm>
            <a:off x="3228975" y="1711325"/>
            <a:ext cx="2513330" cy="1562735"/>
          </a:xfrm>
          <a:prstGeom prst="rect">
            <a:avLst/>
          </a:prstGeom>
        </p:spPr>
      </p:pic>
      <p:pic>
        <p:nvPicPr>
          <p:cNvPr id="40" name="Picture 39" descr="Screenshot 2026-07-12 200450"/>
          <p:cNvPicPr>
            <a:picLocks noChangeAspect="1"/>
          </p:cNvPicPr>
          <p:nvPr/>
        </p:nvPicPr>
        <p:blipFill>
          <a:blip r:embed="rId8"/>
          <a:srcRect l="3750" t="13004" r="5500"/>
          <a:stretch>
            <a:fillRect/>
          </a:stretch>
        </p:blipFill>
        <p:spPr>
          <a:xfrm>
            <a:off x="548640" y="3482975"/>
            <a:ext cx="2493645" cy="1587500"/>
          </a:xfrm>
          <a:prstGeom prst="rect">
            <a:avLst/>
          </a:prstGeom>
        </p:spPr>
      </p:pic>
      <p:pic>
        <p:nvPicPr>
          <p:cNvPr id="41" name="Picture 40" descr="Screenshot 2026-07-12 201001"/>
          <p:cNvPicPr>
            <a:picLocks noChangeAspect="1"/>
          </p:cNvPicPr>
          <p:nvPr/>
        </p:nvPicPr>
        <p:blipFill>
          <a:blip r:embed="rId9"/>
          <a:srcRect l="3750" t="15850" r="4375"/>
          <a:stretch>
            <a:fillRect/>
          </a:stretch>
        </p:blipFill>
        <p:spPr>
          <a:xfrm>
            <a:off x="3225800" y="3483610"/>
            <a:ext cx="2516505" cy="1586865"/>
          </a:xfrm>
          <a:prstGeom prst="rect">
            <a:avLst/>
          </a:prstGeom>
        </p:spPr>
      </p:pic>
      <p:pic>
        <p:nvPicPr>
          <p:cNvPr id="42" name="Picture 41" descr="Screenshot 2026-07-12 201126"/>
          <p:cNvPicPr>
            <a:picLocks noChangeAspect="1"/>
          </p:cNvPicPr>
          <p:nvPr/>
        </p:nvPicPr>
        <p:blipFill>
          <a:blip r:embed="rId10"/>
          <a:srcRect t="18370" r="76578" b="50148"/>
          <a:stretch>
            <a:fillRect/>
          </a:stretch>
        </p:blipFill>
        <p:spPr>
          <a:xfrm>
            <a:off x="548640" y="5262245"/>
            <a:ext cx="2494915" cy="1504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 &amp;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49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signbridge/icons/bo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0894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96596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recognition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8" name="Image 1" descr="/home/claude/signbridge/icons/userFriend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86664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74320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User-friendly interface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1" name="Image 2" descr="/home/claude/signbridge/icons/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643884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5204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Cost-effective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4" name="Image 3" descr="/home/claude/signbridge/icons/sec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421124"/>
            <a:ext cx="301752" cy="3017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29768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7" name="Image 4" descr="/home/claude/signbridge/icons/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5198364"/>
            <a:ext cx="301752" cy="301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1872" y="507492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263640" y="1371600"/>
            <a:ext cx="5349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</a:t>
            </a:r>
            <a:endParaRPr lang="en-US" sz="1900" dirty="0"/>
          </a:p>
        </p:txBody>
      </p:sp>
      <p:sp>
        <p:nvSpPr>
          <p:cNvPr id="20" name="Shape 13"/>
          <p:cNvSpPr/>
          <p:nvPr/>
        </p:nvSpPr>
        <p:spPr>
          <a:xfrm>
            <a:off x="6263640" y="196596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5" descr="/home/claude/signbridge/icons/scho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7084" y="2089404"/>
            <a:ext cx="301752" cy="3017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76872" y="196596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63640" y="274320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4" name="Image 6" descr="/home/claude/signbridge/icons/hospi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084" y="2866644"/>
            <a:ext cx="301752" cy="3017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76872" y="274320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Hospitals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63640" y="352044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7" name="Image 7" descr="/home/claude/signbridge/icons/gov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084" y="3643884"/>
            <a:ext cx="301752" cy="30175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76872" y="35204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Government Offices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63640" y="429768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0" name="Image 8" descr="/home/claude/signbridge/icons/ba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7084" y="4421124"/>
            <a:ext cx="301752" cy="30175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76872" y="429768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Banks</a:t>
            </a:r>
            <a:endParaRPr lang="en-US" sz="1500" dirty="0"/>
          </a:p>
        </p:txBody>
      </p:sp>
      <p:sp>
        <p:nvSpPr>
          <p:cNvPr id="32" name="Shape 21"/>
          <p:cNvSpPr/>
          <p:nvPr/>
        </p:nvSpPr>
        <p:spPr>
          <a:xfrm>
            <a:off x="6263640" y="507492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3" name="Image 9" descr="/home/claude/signbridge/icons/servi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7084" y="5198364"/>
            <a:ext cx="301752" cy="30175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976872" y="507492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Service Centers</a:t>
            </a:r>
            <a:endParaRPr lang="en-US" sz="1500" dirty="0"/>
          </a:p>
        </p:txBody>
      </p:sp>
      <p:sp>
        <p:nvSpPr>
          <p:cNvPr id="3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3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326880" y="4114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2221992"/>
            <a:ext cx="109728" cy="109728"/>
          </a:xfrm>
          <a:prstGeom prst="ellipse">
            <a:avLst/>
          </a:prstGeom>
          <a:solidFill>
            <a:srgbClr val="5FBFB3"/>
          </a:solidFill>
        </p:spPr>
      </p:sp>
      <p:sp>
        <p:nvSpPr>
          <p:cNvPr id="7" name="Text 5"/>
          <p:cNvSpPr/>
          <p:nvPr/>
        </p:nvSpPr>
        <p:spPr>
          <a:xfrm>
            <a:off x="960120" y="20574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Indian Sign Language translation.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136392"/>
            <a:ext cx="109728" cy="109728"/>
          </a:xfrm>
          <a:prstGeom prst="ellipse">
            <a:avLst/>
          </a:prstGeom>
          <a:solidFill>
            <a:srgbClr val="5FBFB3"/>
          </a:solidFill>
        </p:spPr>
      </p:sp>
      <p:sp>
        <p:nvSpPr>
          <p:cNvPr id="9" name="Text 7"/>
          <p:cNvSpPr/>
          <p:nvPr/>
        </p:nvSpPr>
        <p:spPr>
          <a:xfrm>
            <a:off x="960120" y="29718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gesture recognition using Computer Vision.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4050792"/>
            <a:ext cx="109728" cy="109728"/>
          </a:xfrm>
          <a:prstGeom prst="ellipse">
            <a:avLst/>
          </a:prstGeom>
          <a:solidFill>
            <a:srgbClr val="5FBFB3"/>
          </a:solidFill>
        </p:spPr>
      </p:sp>
      <p:sp>
        <p:nvSpPr>
          <p:cNvPr id="11" name="Text 9"/>
          <p:cNvSpPr/>
          <p:nvPr/>
        </p:nvSpPr>
        <p:spPr>
          <a:xfrm>
            <a:off x="960120" y="38862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communication accessibility.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BFB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2C3670"/>
          </a:solidFill>
        </p:spPr>
      </p:sp>
      <p:pic>
        <p:nvPicPr>
          <p:cNvPr id="14" name="Image 0" descr="/home/claude/signbridge/icons/mob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23113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03720" y="2103120"/>
            <a:ext cx="4526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2862072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2C3670"/>
          </a:solidFill>
        </p:spPr>
      </p:sp>
      <p:pic>
        <p:nvPicPr>
          <p:cNvPr id="17" name="Image 1" descr="/home/claude/signbridge/icons/sen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9008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2862072"/>
            <a:ext cx="4526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recognition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63640" y="3621024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2C3670"/>
          </a:solidFill>
        </p:spPr>
      </p:sp>
      <p:pic>
        <p:nvPicPr>
          <p:cNvPr id="20" name="Image 2" descr="/home/claude/signbridg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490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3621024"/>
            <a:ext cx="4526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support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63640" y="4379976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2C3670"/>
          </a:solidFill>
        </p:spPr>
      </p:sp>
      <p:pic>
        <p:nvPicPr>
          <p:cNvPr id="23" name="Image 3" descr="/home/claude/signbridge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50799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4379976"/>
            <a:ext cx="4526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263640" y="5138928"/>
            <a:ext cx="5303520" cy="621792"/>
          </a:xfrm>
          <a:prstGeom prst="roundRect">
            <a:avLst>
              <a:gd name="adj" fmla="val 13235"/>
            </a:avLst>
          </a:prstGeom>
          <a:solidFill>
            <a:srgbClr val="2C3670"/>
          </a:solidFill>
        </p:spPr>
      </p:sp>
      <p:pic>
        <p:nvPicPr>
          <p:cNvPr id="26" name="Image 4" descr="/home/claude/signbridge/icons/accur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26694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3720" y="5138928"/>
            <a:ext cx="4526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recognition accuracy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B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SignBridge AI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2307</Words>
  <Application>WPS Presentation</Application>
  <PresentationFormat>On-screen Show (16:9)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Kumar Dharshini</cp:lastModifiedBy>
  <cp:revision>4</cp:revision>
  <dcterms:created xsi:type="dcterms:W3CDTF">2026-07-19T11:36:00Z</dcterms:created>
  <dcterms:modified xsi:type="dcterms:W3CDTF">2026-07-19T13:05:48Z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2350B7B85F9B47EE9F221A2523DA0792_13</vt:lpwstr>
  </property>
  <property fmtid="{D5CDD505-2E9C-101B-9397-08002B2CF9AE}" pid="3" name="KSOProductBuildVer">
    <vt:lpwstr>1033-12.1.0.27458</vt:lpwstr>
  </property>
</Properties>
</file>